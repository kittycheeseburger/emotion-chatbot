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98" d="100"/>
          <a:sy n="98" d="100"/>
        </p:scale>
        <p:origin x="1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BB0D9-EC89-4920-9623-2B2517914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B634C7-35AF-462F-B334-3ECD2396C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2686BC-9A48-43BF-846A-118CCAC06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5E8C5-ED23-4144-97A5-28B06065D710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CF24E-974F-4A81-AC25-07B69165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683E80-62DF-4110-86D6-CBF005AF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85014-538B-4CC1-B9BA-22F2E8CB9D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706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27445-1541-463E-B7A8-4A087D811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FB5BA7-F756-46BD-86FD-7102A1F33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39FA60-B20B-414E-AE9F-AAE138485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5E8C5-ED23-4144-97A5-28B06065D710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BD0D6F-2405-4C0E-8761-50A61BF50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96AAA7-74A2-47B4-BDCC-27442C4F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85014-538B-4CC1-B9BA-22F2E8CB9D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816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AC458-3395-48EB-B121-D19C10955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D5AA7F-C4C8-4417-A65C-9B94AFAFB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C69EBC-8C49-4114-B374-6A3289BD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5E8C5-ED23-4144-97A5-28B06065D710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354B65-6E63-4C78-AD41-A27410F2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CE3A03-DDCC-4C2E-9F24-0BBEE5EA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85014-538B-4CC1-B9BA-22F2E8CB9D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66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B89BD4-1D10-4887-8338-98600863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4222AE-BBDE-4807-B30F-71B790990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139114-338F-4901-A949-9AA4EB6B2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96967E-A211-4F7C-A8F9-ECDE4CEF4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5E8C5-ED23-4144-97A5-28B06065D710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62C8C8-5A90-4653-AD14-1396FF4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DA782C-A9F3-4C4E-BE7C-1CE6D3CC5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85014-538B-4CC1-B9BA-22F2E8CB9D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728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B3F28-F3D6-4883-8263-D3A61C08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CDF1BB-CAD2-4027-89BD-36972E47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5B772C-6897-4E3C-9645-9CE4EF241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108976-137B-4DD5-A939-10FFEF1A1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BC85AE-B2F1-43AE-A419-2010581A08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FE379A-AF68-4676-A5B4-7C32E88F3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5E8C5-ED23-4144-97A5-28B06065D710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9179B0-CAF1-49BE-87D6-DA022C96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BE9850-0AFF-40E6-9082-97449FAA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85014-538B-4CC1-B9BA-22F2E8CB9D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20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E8389-CADE-4122-93F6-BCF087CB5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9D183D-64AB-406A-9727-385644A22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5E8C5-ED23-4144-97A5-28B06065D710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7FC0A4-4C79-4E95-9512-21C20FFAE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AA665F-DB44-4610-AC6E-319052AEA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85014-538B-4CC1-B9BA-22F2E8CB9D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35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72987D-AFEB-41E0-AE52-D21909F0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5E8C5-ED23-4144-97A5-28B06065D710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8ABAB4-1099-4ECE-8FB6-85853430E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A3E1FF-53AE-4039-BEB7-D4FA6EAE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85014-538B-4CC1-B9BA-22F2E8CB9D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03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BC5DA-D851-42EE-A760-BBB9DB822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2C90D1-0AEF-4212-821D-8CBE92467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DA88E9-715D-42B1-A2E4-C88296BE0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D0CBFE-0927-413F-8642-19246EC8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5E8C5-ED23-4144-97A5-28B06065D710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606E68-1F52-49F8-A1B0-16BED8812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3271EC-FB98-4B8C-9513-34CF0DB0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85014-538B-4CC1-B9BA-22F2E8CB9D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709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2EAB0-2DAA-4E2A-BC4F-878DD3F7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90CC50-98DE-4F6C-B73B-38DC48B90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B819C1-2177-4FE4-81B3-42CA25499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82EDFC-F067-4BB9-AB9B-3F8EBFC9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5E8C5-ED23-4144-97A5-28B06065D710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E90438-9404-42EE-B9AD-FB397DFF4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ED9C73-E38F-4398-AF5B-8B8B0FC5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85014-538B-4CC1-B9BA-22F2E8CB9D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89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D34E0-E479-4566-A8E1-C72812273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4F6878-0414-4478-B536-08FC49846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66AB52-82D9-49B8-BED2-59E50A149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5E8C5-ED23-4144-97A5-28B06065D710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686ED0-11AE-451C-8A31-7A990EBC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738C48-2009-409B-8D67-57B31C51E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85014-538B-4CC1-B9BA-22F2E8CB9D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74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094FF3D-6D4D-4B14-9289-E38E07C5B6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EDE86B-2913-4465-A872-93AE2156C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ED655B-1ACB-4658-815C-900BE1F57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5E8C5-ED23-4144-97A5-28B06065D710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B2A344-E282-4A59-8FD7-F888BD3F8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C4C18F-88AB-4CA0-B728-14A317FD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85014-538B-4CC1-B9BA-22F2E8CB9D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265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257216-856E-41D9-B1AD-ED72D3A4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F6B52D-D8CF-4A76-9F7D-20F55B4EF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936953-76F7-403D-B861-789A3A5A2F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5E8C5-ED23-4144-97A5-28B06065D710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0206D-A3AB-4A4A-BC59-16766CDCD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728AC5-74DD-4272-A0A5-9FD43ACA3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85014-538B-4CC1-B9BA-22F2E8CB9D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644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BD038-A921-4866-BE60-60BE40B7A6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聊天情绪分析机器人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D0A2C3-3374-42BA-AD8C-F4CA0E3D7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综合实验</a:t>
            </a:r>
            <a:r>
              <a:rPr lang="en-US" altLang="zh-CN" dirty="0"/>
              <a:t>PPT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830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6C965-5913-4FF9-A172-368BD445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552320-B3BA-4D74-BE6D-ED2E22A44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altLang="zh-CN" dirty="0"/>
              <a:t>1.</a:t>
            </a:r>
            <a:r>
              <a:rPr lang="zh-CN" altLang="en-US" dirty="0"/>
              <a:t>自由聊天  接入</a:t>
            </a:r>
            <a:r>
              <a:rPr lang="en-US" altLang="zh-CN" dirty="0"/>
              <a:t>GLM-4.7-Flash</a:t>
            </a:r>
            <a:r>
              <a:rPr lang="zh-CN" altLang="en-US" dirty="0"/>
              <a:t>大模型</a:t>
            </a:r>
            <a:endParaRPr lang="en-US" altLang="zh-CN" dirty="0"/>
          </a:p>
          <a:p>
            <a:pPr latinLnBrk="1"/>
            <a:r>
              <a:rPr lang="en-US" altLang="zh-CN" dirty="0"/>
              <a:t>2.</a:t>
            </a:r>
            <a:r>
              <a:rPr lang="zh-CN" altLang="en-US" dirty="0"/>
              <a:t>情绪分析  采用</a:t>
            </a:r>
            <a:r>
              <a:rPr lang="en-US" altLang="zh-CN" dirty="0"/>
              <a:t>TIX007/</a:t>
            </a:r>
            <a:r>
              <a:rPr lang="en-US" altLang="zh-CN" dirty="0" err="1"/>
              <a:t>chinese</a:t>
            </a:r>
            <a:r>
              <a:rPr lang="en-US" altLang="zh-CN" dirty="0"/>
              <a:t>-sentiment</a:t>
            </a:r>
            <a:r>
              <a:rPr lang="zh-CN" altLang="en-US" dirty="0"/>
              <a:t>数据集，用</a:t>
            </a:r>
            <a:r>
              <a:rPr lang="en-US" altLang="zh-CN" dirty="0" err="1"/>
              <a:t>hfl</a:t>
            </a:r>
            <a:r>
              <a:rPr lang="en-US" altLang="zh-CN" dirty="0"/>
              <a:t>/</a:t>
            </a:r>
            <a:r>
              <a:rPr lang="en-US" altLang="zh-CN" dirty="0" err="1"/>
              <a:t>chinese-roberta-wwm-ext</a:t>
            </a:r>
            <a:r>
              <a:rPr lang="zh-CN" altLang="en-US" dirty="0"/>
              <a:t>机器学习模型进行训练</a:t>
            </a:r>
            <a:endParaRPr lang="en-US" altLang="zh-CN" dirty="0"/>
          </a:p>
          <a:p>
            <a:pPr latinLnBrk="1"/>
            <a:r>
              <a:rPr lang="en-US" altLang="zh-CN" dirty="0"/>
              <a:t>3.</a:t>
            </a:r>
            <a:r>
              <a:rPr lang="zh-CN" altLang="en-US" dirty="0"/>
              <a:t>情绪引导  机器人需要根据分析得到的用户情绪，自动生成针对性的系统回应或建议，引导用户积极情绪</a:t>
            </a:r>
            <a:endParaRPr lang="en-US" altLang="zh-CN" dirty="0"/>
          </a:p>
          <a:p>
            <a:pPr latinLnBrk="1"/>
            <a:r>
              <a:rPr lang="en-US" altLang="zh-CN" dirty="0"/>
              <a:t>4.</a:t>
            </a:r>
            <a:r>
              <a:rPr lang="zh-CN" altLang="en-US" dirty="0"/>
              <a:t>情绪画像  </a:t>
            </a:r>
            <a:r>
              <a:rPr lang="en-US" altLang="zh-CN" dirty="0"/>
              <a:t>RAG</a:t>
            </a:r>
            <a:r>
              <a:rPr lang="zh-CN" altLang="en-US" dirty="0"/>
              <a:t>：情绪模型 </a:t>
            </a:r>
            <a:r>
              <a:rPr lang="en-US" altLang="zh-CN" dirty="0"/>
              <a:t>+ </a:t>
            </a:r>
            <a:r>
              <a:rPr lang="zh-CN" altLang="en-US" dirty="0"/>
              <a:t>触发点识别 </a:t>
            </a:r>
            <a:r>
              <a:rPr lang="en-US" altLang="zh-CN" dirty="0"/>
              <a:t>+ </a:t>
            </a:r>
            <a:r>
              <a:rPr lang="zh-CN" altLang="en-US" dirty="0"/>
              <a:t>策略知识库向量检索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35466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ADA4E-A914-43CA-98CE-7F1233A8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技术栈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E4E5EC-A5BD-4CE8-BD15-AB8D9C73A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dirty="0"/>
              <a:t>前端：</a:t>
            </a:r>
            <a:r>
              <a:rPr lang="en-US" altLang="zh-CN" dirty="0"/>
              <a:t>React 18 + </a:t>
            </a:r>
            <a:r>
              <a:rPr lang="en-US" altLang="zh-CN" dirty="0" err="1"/>
              <a:t>Vite</a:t>
            </a:r>
            <a:r>
              <a:rPr lang="en-US" altLang="zh-CN" dirty="0"/>
              <a:t> + JavaScript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dirty="0"/>
              <a:t>后端：</a:t>
            </a:r>
            <a:r>
              <a:rPr lang="en-US" altLang="zh-CN" dirty="0"/>
              <a:t>Python + </a:t>
            </a:r>
            <a:r>
              <a:rPr lang="en-US" altLang="zh-CN" dirty="0" err="1"/>
              <a:t>FastAPI</a:t>
            </a:r>
            <a:r>
              <a:rPr lang="en-US" altLang="zh-CN" dirty="0"/>
              <a:t> + </a:t>
            </a:r>
            <a:r>
              <a:rPr lang="en-US" altLang="zh-CN" dirty="0" err="1"/>
              <a:t>Uvicorn</a:t>
            </a:r>
            <a:r>
              <a:rPr lang="en-US" altLang="zh-CN" dirty="0"/>
              <a:t> + </a:t>
            </a:r>
            <a:r>
              <a:rPr lang="en-US" altLang="zh-CN" dirty="0" err="1"/>
              <a:t>Pydantic</a:t>
            </a:r>
            <a:endParaRPr lang="en-US" altLang="zh-CN" dirty="0"/>
          </a:p>
          <a:p>
            <a:pPr algn="l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dirty="0"/>
              <a:t>AI/</a:t>
            </a:r>
            <a:r>
              <a:rPr lang="zh-CN" altLang="en-US" dirty="0"/>
              <a:t>机器学习相关：</a:t>
            </a:r>
            <a:r>
              <a:rPr lang="en-US" altLang="zh-CN" dirty="0" err="1"/>
              <a:t>PyTorch</a:t>
            </a:r>
            <a:r>
              <a:rPr lang="en-US" altLang="zh-CN" dirty="0"/>
              <a:t> + </a:t>
            </a:r>
            <a:r>
              <a:rPr lang="en-US" altLang="zh-CN" dirty="0" err="1"/>
              <a:t>roberta</a:t>
            </a:r>
            <a:r>
              <a:rPr lang="zh-CN" altLang="en-US" dirty="0"/>
              <a:t>模型 </a:t>
            </a:r>
            <a:r>
              <a:rPr lang="en-US" altLang="zh-CN" dirty="0"/>
              <a:t>+ scikit-learn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dirty="0"/>
              <a:t>本地 </a:t>
            </a:r>
            <a:r>
              <a:rPr lang="en-US" altLang="zh-CN" dirty="0"/>
              <a:t>RAG</a:t>
            </a:r>
            <a:r>
              <a:rPr lang="zh-CN" altLang="en-US" dirty="0"/>
              <a:t>：</a:t>
            </a:r>
            <a:r>
              <a:rPr lang="en-US" altLang="zh-CN" dirty="0" err="1"/>
              <a:t>TfidfVectorizer</a:t>
            </a:r>
            <a:r>
              <a:rPr lang="en-US" altLang="zh-CN" dirty="0"/>
              <a:t> + </a:t>
            </a:r>
            <a:r>
              <a:rPr lang="en-US" altLang="zh-CN" dirty="0" err="1"/>
              <a:t>cosine_similarity</a:t>
            </a:r>
            <a:endParaRPr lang="en-US" altLang="zh-CN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dirty="0"/>
              <a:t>可选 </a:t>
            </a:r>
            <a:r>
              <a:rPr lang="en-US" altLang="zh-CN" dirty="0"/>
              <a:t>GLM</a:t>
            </a:r>
            <a:r>
              <a:rPr lang="zh-CN" altLang="en-US" dirty="0"/>
              <a:t>：</a:t>
            </a:r>
            <a:r>
              <a:rPr lang="en-US" altLang="zh-CN" dirty="0"/>
              <a:t>glm-4.7-flash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1A1C1F"/>
              </a:solidFill>
              <a:effectLst/>
              <a:latin typeface="-apple-system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1561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A5FF3-C4A4-4084-9F3A-C2EACA93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64E7C7-217D-48E7-A3A0-02831B1B1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Github</a:t>
            </a:r>
            <a:r>
              <a:rPr lang="en-US" altLang="zh-CN" dirty="0"/>
              <a:t> Copilot</a:t>
            </a:r>
            <a:r>
              <a:rPr lang="zh-CN" altLang="en-US" dirty="0"/>
              <a:t>给建议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19E42C-0C45-4706-9BA3-6D9023118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52802"/>
            <a:ext cx="4650093" cy="385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4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018C7-EBAE-45D1-BC3F-7324C918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19ECB4-83B2-4C2A-A0E4-A7601C30D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Github</a:t>
            </a:r>
            <a:r>
              <a:rPr lang="en-US" altLang="zh-CN" dirty="0"/>
              <a:t> Copilot</a:t>
            </a:r>
            <a:r>
              <a:rPr lang="zh-CN" altLang="en-US" dirty="0"/>
              <a:t>搜索模型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35BC26-301C-446D-A987-48F81593D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42948"/>
            <a:ext cx="4510385" cy="363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336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1088D-B385-4EA4-986F-F5DCB3DD5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比较模型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E146F-DAD7-41A1-95D0-57EAE11FA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en-US" altLang="zh-CN" sz="2800" dirty="0">
                <a:solidFill>
                  <a:srgbClr val="1E1B4B"/>
                </a:solidFill>
                <a:latin typeface="Calibri" pitchFamily="34" charset="0"/>
                <a:cs typeface="Calibri" pitchFamily="34" charset="-120"/>
              </a:rPr>
              <a:t>.</a:t>
            </a:r>
            <a:r>
              <a:rPr lang="en-US" altLang="zh-CN" dirty="0"/>
              <a:t>Maginaaa</a:t>
            </a:r>
            <a:r>
              <a:rPr lang="en-US" altLang="zh-CN" sz="2800" dirty="0">
                <a:solidFill>
                  <a:srgbClr val="1E1B4B"/>
                </a:solidFill>
                <a:latin typeface="Calibri" pitchFamily="34" charset="0"/>
                <a:cs typeface="Calibri" pitchFamily="34" charset="-120"/>
              </a:rPr>
              <a:t>/</a:t>
            </a:r>
            <a:r>
              <a:rPr lang="en-US" altLang="zh-CN" dirty="0"/>
              <a:t>Sentiment-Analysis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FCA254-EDA2-4987-8B1D-B1E2E5CC4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13497"/>
            <a:ext cx="7157440" cy="348746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873C3B-F23F-4133-B22B-7F50E2065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109" y="1217947"/>
            <a:ext cx="3657600" cy="336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60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050CE6-8AEA-47E3-AB94-BB23BF568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比较模型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C9F33E-3145-447B-B38A-265947BBD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en-US" altLang="zh-CN" dirty="0" err="1"/>
              <a:t>cjhutto</a:t>
            </a:r>
            <a:r>
              <a:rPr lang="en-US" altLang="zh-CN" dirty="0"/>
              <a:t>/</a:t>
            </a:r>
            <a:r>
              <a:rPr lang="en-US" altLang="zh-CN" dirty="0" err="1"/>
              <a:t>vaderSentiment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D04D19-7CD7-4963-B7D0-B42C38FF7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79528"/>
            <a:ext cx="7383142" cy="359743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C4772D6-EEAF-4384-A56A-77A3523D4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835" y="969973"/>
            <a:ext cx="4735902" cy="311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6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A17213-8DA7-4682-80A6-55A512B54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比较模型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5C2CCA-2DB2-40E5-8D67-8437DEA47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vader</a:t>
            </a:r>
            <a:r>
              <a:rPr lang="zh-CN" altLang="en-US" dirty="0"/>
              <a:t>是一个词汇级情感分析工具，它根据预定义的词典来评分。每个词都有一个预设的情感分数</a:t>
            </a:r>
            <a:endParaRPr lang="en-US" altLang="zh-CN" dirty="0"/>
          </a:p>
          <a:p>
            <a:r>
              <a:rPr lang="zh-CN" altLang="en-US" dirty="0"/>
              <a:t>主要针对社交媒体文本，在大多数情况下是有效的，但中译英后难免会产生误判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309108-5E7F-4DDD-A77B-A76714E62D9A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t="28219"/>
          <a:stretch/>
        </p:blipFill>
        <p:spPr>
          <a:xfrm>
            <a:off x="838200" y="3811464"/>
            <a:ext cx="4706185" cy="236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166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BCBC3-D030-4D1B-A8B3-924C37A60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比较模型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B12F78-4598-49F2-9DBA-925FBE05D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其他模型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FC9E4F-03FB-44D0-BE72-D8FFF4112609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t="33866"/>
          <a:stretch/>
        </p:blipFill>
        <p:spPr>
          <a:xfrm>
            <a:off x="838199" y="2831096"/>
            <a:ext cx="4674140" cy="23403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8E554C7-DAA5-4BA1-BCB1-DF1F35389B1F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t="29480"/>
          <a:stretch/>
        </p:blipFill>
        <p:spPr>
          <a:xfrm>
            <a:off x="5829299" y="1076629"/>
            <a:ext cx="5207541" cy="24240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DD0C3F7-765C-4664-B947-0B1B455D9819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l="-194" t="29463" r="194" b="284"/>
          <a:stretch/>
        </p:blipFill>
        <p:spPr>
          <a:xfrm>
            <a:off x="5829299" y="3949554"/>
            <a:ext cx="4811908" cy="222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3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FE742-086E-4A0A-9374-1B97247EA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比较模型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7DDC16-BFB1-4BF6-AA6D-A76D6AB0F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 mg1094/</a:t>
            </a:r>
            <a:r>
              <a:rPr lang="en-US" altLang="zh-CN" dirty="0" err="1"/>
              <a:t>sentiment_analysis</a:t>
            </a:r>
            <a:r>
              <a:rPr lang="zh-CN" altLang="en-US" dirty="0"/>
              <a:t>中文情绪分析模型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24C880-3AD8-4F0B-A54A-2F357100B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50985"/>
            <a:ext cx="7104937" cy="346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81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849A9-9D49-48D4-B049-D0915FAA4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获取数据集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946D0CE-3733-4A19-A45C-245C98CEE9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152" y="1778404"/>
            <a:ext cx="5322863" cy="43513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DF33B2-D161-403E-A169-79304AB2A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731" y="199724"/>
            <a:ext cx="4112303" cy="347549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910DA62-9158-4588-9D84-FB509D297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579" y="3595231"/>
            <a:ext cx="4122606" cy="289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32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FE06D-6BDE-4551-96BA-7AD2005D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提示词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247635-8658-47AE-BBD9-5FDBB166C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600" b="0" i="0" dirty="0">
                <a:solidFill>
                  <a:srgbClr val="1A1C1F"/>
                </a:solidFill>
                <a:effectLst/>
                <a:latin typeface="-apple-system"/>
              </a:rPr>
              <a:t>我想开发一个情绪分析聊天机器人网页应用。目标是实现一个可上线运行的情绪分析聊天机器人，支持网页端访问和交互。</a:t>
            </a:r>
            <a:endParaRPr lang="en-US" altLang="zh-CN" sz="16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r>
              <a:rPr lang="zh-CN" altLang="en-US" sz="1600" b="0" i="0" dirty="0">
                <a:solidFill>
                  <a:srgbClr val="1A1C1F"/>
                </a:solidFill>
                <a:effectLst/>
                <a:latin typeface="-apple-system"/>
              </a:rPr>
              <a:t>主要功能有两个。</a:t>
            </a:r>
            <a:endParaRPr lang="en-US" altLang="zh-CN" sz="16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r>
              <a:rPr lang="zh-CN" altLang="en-US" sz="1600" b="0" i="0" dirty="0">
                <a:solidFill>
                  <a:srgbClr val="1A1C1F"/>
                </a:solidFill>
                <a:effectLst/>
                <a:latin typeface="-apple-system"/>
              </a:rPr>
              <a:t> 第一个是聊天功能。用户可以在网页端与聊天机器人自由沟通，聊天内容会实时显示在页面上。聊天功能实现请帮我接入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-apple-system"/>
              </a:rPr>
              <a:t>GLM-4.7-Flash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-apple-system"/>
              </a:rPr>
              <a:t>大模型。</a:t>
            </a:r>
            <a:endParaRPr lang="en-US" altLang="zh-CN" sz="16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r>
              <a:rPr lang="zh-CN" altLang="en-US" sz="1600" b="0" i="0" dirty="0">
                <a:solidFill>
                  <a:srgbClr val="1A1C1F"/>
                </a:solidFill>
                <a:effectLst/>
                <a:latin typeface="-apple-system"/>
              </a:rPr>
              <a:t>第二个功能是情绪分析。自动分析每轮用户发言的情绪指数，使用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-apple-system"/>
              </a:rPr>
              <a:t>emoji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-apple-system"/>
              </a:rPr>
              <a:t>表情表示情绪类型，并用一个数字表示情绪指数，实时显示再页面中。情绪分析功能请使用</a:t>
            </a:r>
            <a:r>
              <a:rPr lang="en-US" altLang="zh-CN" sz="1600" b="0" i="0" dirty="0">
                <a:effectLst/>
                <a:latin typeface="-apple-system"/>
              </a:rPr>
              <a:t>mg1094/</a:t>
            </a:r>
            <a:r>
              <a:rPr lang="en-US" altLang="zh-CN" sz="1600" b="0" i="0" dirty="0" err="1">
                <a:effectLst/>
                <a:latin typeface="-apple-system"/>
              </a:rPr>
              <a:t>sentiment_analysis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-apple-system"/>
              </a:rPr>
              <a:t>中的机器学习模型，我会提供数据文件，你来训练模型并实现功能。 </a:t>
            </a:r>
            <a:endParaRPr lang="en-US" altLang="zh-CN" sz="16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r>
              <a:rPr lang="zh-CN" altLang="en-US" sz="1600" b="0" i="0" dirty="0">
                <a:solidFill>
                  <a:srgbClr val="1A1C1F"/>
                </a:solidFill>
                <a:effectLst/>
                <a:latin typeface="-apple-system"/>
              </a:rPr>
              <a:t>次要功能有一个。 机器人需要根据分析得到的用户情绪，自动生成针对性的系统回应或建议，引导用户积极情绪。注意联系聊天记录上下文。 </a:t>
            </a:r>
            <a:endParaRPr lang="en-US" altLang="zh-CN" sz="16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r>
              <a:rPr lang="zh-CN" altLang="en-US" sz="1600" b="0" i="0" dirty="0">
                <a:solidFill>
                  <a:srgbClr val="1A1C1F"/>
                </a:solidFill>
                <a:effectLst/>
                <a:latin typeface="-apple-system"/>
              </a:rPr>
              <a:t>要求前端界面简洁美观，聊天记录和情绪分析展示清晰可见。项目目录结构清晰。 </a:t>
            </a:r>
            <a:endParaRPr lang="en-US" altLang="zh-CN" sz="16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r>
              <a:rPr lang="zh-CN" altLang="en-US" sz="1600" b="0" i="0" dirty="0">
                <a:solidFill>
                  <a:srgbClr val="1A1C1F"/>
                </a:solidFill>
                <a:effectLst/>
                <a:latin typeface="-apple-system"/>
              </a:rPr>
              <a:t>关于开发流程，请先搭建项目结构，包括前后端分离、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-apple-system"/>
              </a:rPr>
              <a:t>README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-apple-system"/>
              </a:rPr>
              <a:t>、基础依赖等；再开发前端页面整体布局与样式，生成一个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-apple-system"/>
              </a:rPr>
              <a:t>demo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-apple-system"/>
              </a:rPr>
              <a:t>待我确认再进行下一步；接着逐步实现功能，最后帮我测试。 请根据以上需求生成代码和必要的文件，实现该应用。</a:t>
            </a:r>
            <a:endParaRPr lang="en-US" altLang="zh-CN" sz="16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r>
              <a:rPr lang="zh-CN" altLang="en-US" sz="1600" b="0" i="0" dirty="0">
                <a:solidFill>
                  <a:srgbClr val="1A1C1F"/>
                </a:solidFill>
                <a:effectLst/>
                <a:latin typeface="-apple-system"/>
              </a:rPr>
              <a:t>如果你有什么新的功能或创意推荐我添加进项目也请告诉我。 注意，不要猜测我的意图，有什么不确定的请问我。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87608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4E4A30-33DA-455B-8917-2B5CC590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更新模型与数据集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A70CA461-7BF1-4D16-8E6B-4D330A3C1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11" y="2399636"/>
            <a:ext cx="4901120" cy="3146845"/>
          </a:xfr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6FFC0F1-78C2-4BEC-94D6-24A56EF420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286" y="723089"/>
            <a:ext cx="5999359" cy="541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6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8861B-F0EF-4F7E-8211-9635577E3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情绪画像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899ADA-1C56-46FD-9112-671C654CA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内置一份情绪应对策略知识库，用向量检索找最匹配策略，再生成画像和建议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0EA6E7-012E-4088-888A-619CE648A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30152"/>
            <a:ext cx="6485714" cy="3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34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1142DB-7264-4814-851C-74B0DD81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技术总结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C50727B-82CE-4AE8-8502-CF946C32C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/>
        </p:blipFill>
        <p:spPr>
          <a:xfrm>
            <a:off x="838200" y="1690688"/>
            <a:ext cx="5817278" cy="4540858"/>
          </a:xfrm>
        </p:spPr>
      </p:pic>
    </p:spTree>
    <p:extLst>
      <p:ext uri="{BB962C8B-B14F-4D97-AF65-F5344CB8AC3E}">
        <p14:creationId xmlns:p14="http://schemas.microsoft.com/office/powerpoint/2010/main" val="531845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2A129-8183-40BF-BF33-C9A36AEE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页面展示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14A0729-271B-440E-980C-F8AC7E5B7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798" y="1825625"/>
            <a:ext cx="8930403" cy="4351338"/>
          </a:xfrm>
        </p:spPr>
      </p:pic>
    </p:spTree>
    <p:extLst>
      <p:ext uri="{BB962C8B-B14F-4D97-AF65-F5344CB8AC3E}">
        <p14:creationId xmlns:p14="http://schemas.microsoft.com/office/powerpoint/2010/main" val="3074885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2A129-8183-40BF-BF33-C9A36AEE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页面展示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FA99D94-7A33-40F9-99DD-59B4C7B0B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798" y="1825625"/>
            <a:ext cx="8930403" cy="4351338"/>
          </a:xfrm>
        </p:spPr>
      </p:pic>
    </p:spTree>
    <p:extLst>
      <p:ext uri="{BB962C8B-B14F-4D97-AF65-F5344CB8AC3E}">
        <p14:creationId xmlns:p14="http://schemas.microsoft.com/office/powerpoint/2010/main" val="2228269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2A129-8183-40BF-BF33-C9A36AEE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页面展示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0C408E4-861B-4D74-B164-08E09771F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798" y="1825625"/>
            <a:ext cx="8930403" cy="4351338"/>
          </a:xfrm>
        </p:spPr>
      </p:pic>
    </p:spTree>
    <p:extLst>
      <p:ext uri="{BB962C8B-B14F-4D97-AF65-F5344CB8AC3E}">
        <p14:creationId xmlns:p14="http://schemas.microsoft.com/office/powerpoint/2010/main" val="4036228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556</Words>
  <Application>Microsoft Office PowerPoint</Application>
  <PresentationFormat>宽屏</PresentationFormat>
  <Paragraphs>48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-apple-system</vt:lpstr>
      <vt:lpstr>等线</vt:lpstr>
      <vt:lpstr>等线 Light</vt:lpstr>
      <vt:lpstr>Arial</vt:lpstr>
      <vt:lpstr>Calibri</vt:lpstr>
      <vt:lpstr>Office 主题​​</vt:lpstr>
      <vt:lpstr>聊天情绪分析机器人</vt:lpstr>
      <vt:lpstr>功能</vt:lpstr>
      <vt:lpstr>技术栈</vt:lpstr>
      <vt:lpstr>选题</vt:lpstr>
      <vt:lpstr>寻找模型</vt:lpstr>
      <vt:lpstr>比较模型</vt:lpstr>
      <vt:lpstr>比较模型</vt:lpstr>
      <vt:lpstr>比较模型</vt:lpstr>
      <vt:lpstr>比较模型</vt:lpstr>
      <vt:lpstr>比较模型</vt:lpstr>
      <vt:lpstr>获取数据集</vt:lpstr>
      <vt:lpstr>提示词</vt:lpstr>
      <vt:lpstr>更新模型与数据集</vt:lpstr>
      <vt:lpstr>情绪画像</vt:lpstr>
      <vt:lpstr>技术总结</vt:lpstr>
      <vt:lpstr>页面展示</vt:lpstr>
      <vt:lpstr>页面展示</vt:lpstr>
      <vt:lpstr>页面展示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聊天情绪分析机器人</dc:title>
  <dc:creator>开源 张</dc:creator>
  <cp:lastModifiedBy>开源 张</cp:lastModifiedBy>
  <cp:revision>15</cp:revision>
  <dcterms:created xsi:type="dcterms:W3CDTF">2026-06-06T08:51:14Z</dcterms:created>
  <dcterms:modified xsi:type="dcterms:W3CDTF">2026-06-06T12:38:14Z</dcterms:modified>
</cp:coreProperties>
</file>